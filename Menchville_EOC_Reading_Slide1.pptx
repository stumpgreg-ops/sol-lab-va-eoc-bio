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Instructional Response to SOL Data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868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Menchville High School | EOC Reading Spring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850392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" y="14630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Opening: Three Year-over-Year Gains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E795"/>
                </a:solidFill>
              </a:rPr>
              <a:t>11.RI.1.B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20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Analyze hypotheses, data, analysis, and conclusions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20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42% → 58% (+16 pts)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0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E795"/>
                </a:solidFill>
              </a:rPr>
              <a:t>10.RI.2.C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240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Analyze author's purpose and literary techniques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60% → 72% (+13 pts)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E795"/>
                </a:solidFill>
              </a:rPr>
              <a:t>9.RL.1.A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2560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Analyze theme development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560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52% → 64% (+12 pts)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931920"/>
            <a:ext cx="850392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0040" y="41148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Priority Gaps: Below Target Across Populations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743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Priority Gaps: Spring 2026 Performance (Menchville HS)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772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Population-Level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8503920" cy="914400"/>
          </a:xfrm>
          <a:prstGeom prst="roundRect">
            <a:avLst/>
          </a:prstGeom>
          <a:solidFill>
            <a:srgbClr val="CADCFC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C7E"/>
                </a:solidFill>
              </a:rPr>
              <a:t>ONE. 10.RI.1.C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Evaluate details to confirm or disprove argument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All: 52%  |  SWD: 41%  |  ELL: 32%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8503920" cy="914400"/>
          </a:xfrm>
          <a:prstGeom prst="roundRect">
            <a:avLst/>
          </a:prstGeom>
          <a:solidFill>
            <a:srgbClr val="F9E795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C7E"/>
                </a:solidFill>
              </a:rPr>
              <a:t>TWO. 11.RI.2.C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Analyze author's purpose and literary techniques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All: 36%  |  SWD: 20%  |  ELL: 100%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291840"/>
            <a:ext cx="8503920" cy="914400"/>
          </a:xfrm>
          <a:prstGeom prst="roundRect">
            <a:avLst/>
          </a:prstGeom>
          <a:solidFill>
            <a:srgbClr val="E7E8D1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C7E"/>
                </a:solidFill>
              </a:rPr>
              <a:t>THREE. 11.RL.2.B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Evaluate word choice, syntax, tone, voice impact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All: 58%  |  SWD: 41%  |  ELL: 20%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2A44"/>
                </a:solidFill>
              </a:rPr>
              <a:t>Goal: 60% proficiency across all populations  |  All Students Overall: 63%  |  SWD Overall: 47%  |  ELL Overall: 44%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2026-09-20T20:37:09Z</dcterms:created>
  <dcterms:modified xsi:type="dcterms:W3CDTF">2026-09-20T20:37:09Z</dcterms:modified>
</cp:coreProperties>
</file>